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76" r:id="rId1"/>
  </p:sldMasterIdLst>
  <p:notesMasterIdLst>
    <p:notesMasterId r:id="rId3"/>
  </p:notesMasterIdLst>
  <p:sldIdLst>
    <p:sldId id="310" r:id="rId2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CC"/>
    <a:srgbClr val="CC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淡色スタイル 3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間スタイル 4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中間スタイル 4 - アクセント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2838BEF-8BB2-4498-84A7-C5851F593DF1}" styleName="中間スタイル 4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0505E3EF-67EA-436B-97B2-0124C06EBD24}" styleName="中間スタイル 4 - アクセント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643"/>
    <p:restoredTop sz="96327" autoAdjust="0"/>
  </p:normalViewPr>
  <p:slideViewPr>
    <p:cSldViewPr>
      <p:cViewPr varScale="1">
        <p:scale>
          <a:sx n="119" d="100"/>
          <a:sy n="119" d="100"/>
        </p:scale>
        <p:origin x="252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249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asuhiro Matsunaga" userId="S::ymatsunaga@mail.saitama-u.ac.jp::c9d7c5a8-9842-47cc-8949-907f98f50186" providerId="AD" clId="Web-{9E3793BE-9E68-0990-3B71-140C8204AE6C}"/>
    <pc:docChg chg="modSld">
      <pc:chgData name="Yasuhiro Matsunaga" userId="S::ymatsunaga@mail.saitama-u.ac.jp::c9d7c5a8-9842-47cc-8949-907f98f50186" providerId="AD" clId="Web-{9E3793BE-9E68-0990-3B71-140C8204AE6C}" dt="2019-05-15T10:01:53.394" v="0" actId="14100"/>
      <pc:docMkLst>
        <pc:docMk/>
      </pc:docMkLst>
      <pc:sldChg chg="modSp">
        <pc:chgData name="Yasuhiro Matsunaga" userId="S::ymatsunaga@mail.saitama-u.ac.jp::c9d7c5a8-9842-47cc-8949-907f98f50186" providerId="AD" clId="Web-{9E3793BE-9E68-0990-3B71-140C8204AE6C}" dt="2019-05-15T10:01:53.394" v="0" actId="14100"/>
        <pc:sldMkLst>
          <pc:docMk/>
          <pc:sldMk cId="3571350127" sldId="310"/>
        </pc:sldMkLst>
        <pc:spChg chg="mod">
          <ac:chgData name="Yasuhiro Matsunaga" userId="S::ymatsunaga@mail.saitama-u.ac.jp::c9d7c5a8-9842-47cc-8949-907f98f50186" providerId="AD" clId="Web-{9E3793BE-9E68-0990-3B71-140C8204AE6C}" dt="2019-05-15T10:01:53.394" v="0" actId="14100"/>
          <ac:spMkLst>
            <pc:docMk/>
            <pc:sldMk cId="3571350127" sldId="310"/>
            <ac:spMk id="13" creationId="{0263B201-F0A9-7840-9424-9E452FAEEEFC}"/>
          </ac:spMkLst>
        </pc:spChg>
      </pc:sldChg>
    </pc:docChg>
  </pc:docChgLst>
  <pc:docChgLst>
    <pc:chgData name="Yasuhiro Matsunaga" userId="S::ymatsunaga@mail.saitama-u.ac.jp::c9d7c5a8-9842-47cc-8949-907f98f50186" providerId="AD" clId="Web-{CA7031CC-5A30-85C1-4F4D-7038A5F4CC09}"/>
    <pc:docChg chg="modSld">
      <pc:chgData name="Yasuhiro Matsunaga" userId="S::ymatsunaga@mail.saitama-u.ac.jp::c9d7c5a8-9842-47cc-8949-907f98f50186" providerId="AD" clId="Web-{CA7031CC-5A30-85C1-4F4D-7038A5F4CC09}" dt="2019-05-15T02:53:05.003" v="30" actId="14100"/>
      <pc:docMkLst>
        <pc:docMk/>
      </pc:docMkLst>
      <pc:sldChg chg="modSp">
        <pc:chgData name="Yasuhiro Matsunaga" userId="S::ymatsunaga@mail.saitama-u.ac.jp::c9d7c5a8-9842-47cc-8949-907f98f50186" providerId="AD" clId="Web-{CA7031CC-5A30-85C1-4F4D-7038A5F4CC09}" dt="2019-05-15T02:53:05.003" v="30" actId="14100"/>
        <pc:sldMkLst>
          <pc:docMk/>
          <pc:sldMk cId="3571350127" sldId="310"/>
        </pc:sldMkLst>
        <pc:spChg chg="mod">
          <ac:chgData name="Yasuhiro Matsunaga" userId="S::ymatsunaga@mail.saitama-u.ac.jp::c9d7c5a8-9842-47cc-8949-907f98f50186" providerId="AD" clId="Web-{CA7031CC-5A30-85C1-4F4D-7038A5F4CC09}" dt="2019-05-15T02:52:33.988" v="17" actId="20577"/>
          <ac:spMkLst>
            <pc:docMk/>
            <pc:sldMk cId="3571350127" sldId="310"/>
            <ac:spMk id="4" creationId="{00000000-0000-0000-0000-000000000000}"/>
          </ac:spMkLst>
        </pc:spChg>
        <pc:spChg chg="mod">
          <ac:chgData name="Yasuhiro Matsunaga" userId="S::ymatsunaga@mail.saitama-u.ac.jp::c9d7c5a8-9842-47cc-8949-907f98f50186" providerId="AD" clId="Web-{CA7031CC-5A30-85C1-4F4D-7038A5F4CC09}" dt="2019-05-15T02:52:41.113" v="20" actId="20577"/>
          <ac:spMkLst>
            <pc:docMk/>
            <pc:sldMk cId="3571350127" sldId="310"/>
            <ac:spMk id="6" creationId="{00000000-0000-0000-0000-000000000000}"/>
          </ac:spMkLst>
        </pc:spChg>
        <pc:spChg chg="mod">
          <ac:chgData name="Yasuhiro Matsunaga" userId="S::ymatsunaga@mail.saitama-u.ac.jp::c9d7c5a8-9842-47cc-8949-907f98f50186" providerId="AD" clId="Web-{CA7031CC-5A30-85C1-4F4D-7038A5F4CC09}" dt="2019-05-15T02:53:05.003" v="30" actId="14100"/>
          <ac:spMkLst>
            <pc:docMk/>
            <pc:sldMk cId="3571350127" sldId="310"/>
            <ac:spMk id="13" creationId="{0263B201-F0A9-7840-9424-9E452FAEEEFC}"/>
          </ac:spMkLst>
        </pc:spChg>
        <pc:spChg chg="mod">
          <ac:chgData name="Yasuhiro Matsunaga" userId="S::ymatsunaga@mail.saitama-u.ac.jp::c9d7c5a8-9842-47cc-8949-907f98f50186" providerId="AD" clId="Web-{CA7031CC-5A30-85C1-4F4D-7038A5F4CC09}" dt="2019-05-15T02:52:58.675" v="25" actId="1076"/>
          <ac:spMkLst>
            <pc:docMk/>
            <pc:sldMk cId="3571350127" sldId="310"/>
            <ac:spMk id="20" creationId="{9AAD4FEB-B355-C84F-85F4-128F32975B6C}"/>
          </ac:spMkLst>
        </pc:spChg>
        <pc:spChg chg="mod">
          <ac:chgData name="Yasuhiro Matsunaga" userId="S::ymatsunaga@mail.saitama-u.ac.jp::c9d7c5a8-9842-47cc-8949-907f98f50186" providerId="AD" clId="Web-{CA7031CC-5A30-85C1-4F4D-7038A5F4CC09}" dt="2019-05-15T02:52:58.691" v="26" actId="1076"/>
          <ac:spMkLst>
            <pc:docMk/>
            <pc:sldMk cId="3571350127" sldId="310"/>
            <ac:spMk id="21" creationId="{7C27CA9E-0A33-9141-BAA1-9039772822C0}"/>
          </ac:spMkLst>
        </pc:spChg>
        <pc:spChg chg="mod">
          <ac:chgData name="Yasuhiro Matsunaga" userId="S::ymatsunaga@mail.saitama-u.ac.jp::c9d7c5a8-9842-47cc-8949-907f98f50186" providerId="AD" clId="Web-{CA7031CC-5A30-85C1-4F4D-7038A5F4CC09}" dt="2019-05-15T02:52:58.707" v="27" actId="1076"/>
          <ac:spMkLst>
            <pc:docMk/>
            <pc:sldMk cId="3571350127" sldId="310"/>
            <ac:spMk id="22" creationId="{E2F13376-826D-F847-BA29-5E88528C7F0E}"/>
          </ac:spMkLst>
        </pc:spChg>
        <pc:spChg chg="mod">
          <ac:chgData name="Yasuhiro Matsunaga" userId="S::ymatsunaga@mail.saitama-u.ac.jp::c9d7c5a8-9842-47cc-8949-907f98f50186" providerId="AD" clId="Web-{CA7031CC-5A30-85C1-4F4D-7038A5F4CC09}" dt="2019-05-15T02:52:58.722" v="28" actId="1076"/>
          <ac:spMkLst>
            <pc:docMk/>
            <pc:sldMk cId="3571350127" sldId="310"/>
            <ac:spMk id="23" creationId="{9795FBD1-6E05-7440-8F8E-80B759D6AFF8}"/>
          </ac:spMkLst>
        </pc:spChg>
        <pc:picChg chg="mod">
          <ac:chgData name="Yasuhiro Matsunaga" userId="S::ymatsunaga@mail.saitama-u.ac.jp::c9d7c5a8-9842-47cc-8949-907f98f50186" providerId="AD" clId="Web-{CA7031CC-5A30-85C1-4F4D-7038A5F4CC09}" dt="2019-05-15T02:52:51.019" v="23" actId="1076"/>
          <ac:picMkLst>
            <pc:docMk/>
            <pc:sldMk cId="3571350127" sldId="310"/>
            <ac:picMk id="12" creationId="{EB408AE2-68B7-ED40-9A15-AAF0B782E498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7C81DE-2BDC-4417-8B00-12A0912DB742}" type="datetimeFigureOut">
              <a:rPr kumimoji="1" lang="ja-JP" altLang="en-US" smtClean="0"/>
              <a:pPr/>
              <a:t>2026/1/11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530E41-8D10-4B27-8D3D-32DF1B8CD972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74899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ED720-0104-4369-84BC-D37694168613}" type="datetimeFigureOut">
              <a:rPr kumimoji="1" lang="ja-JP" altLang="en-US" smtClean="0"/>
              <a:pPr/>
              <a:t>2026/1/11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82008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ED720-0104-4369-84BC-D37694168613}" type="datetimeFigureOut">
              <a:rPr kumimoji="1" lang="ja-JP" altLang="en-US" smtClean="0"/>
              <a:pPr/>
              <a:t>2026/1/11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11231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ED720-0104-4369-84BC-D37694168613}" type="datetimeFigureOut">
              <a:rPr kumimoji="1" lang="ja-JP" altLang="en-US" smtClean="0"/>
              <a:pPr/>
              <a:t>2026/1/11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34663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ED720-0104-4369-84BC-D37694168613}" type="datetimeFigureOut">
              <a:rPr kumimoji="1" lang="ja-JP" altLang="en-US" smtClean="0"/>
              <a:pPr/>
              <a:t>2026/1/11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80870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ED720-0104-4369-84BC-D37694168613}" type="datetimeFigureOut">
              <a:rPr kumimoji="1" lang="ja-JP" altLang="en-US" smtClean="0"/>
              <a:pPr/>
              <a:t>2026/1/11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46217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ED720-0104-4369-84BC-D37694168613}" type="datetimeFigureOut">
              <a:rPr kumimoji="1" lang="ja-JP" altLang="en-US" smtClean="0"/>
              <a:pPr/>
              <a:t>2026/1/11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48901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ED720-0104-4369-84BC-D37694168613}" type="datetimeFigureOut">
              <a:rPr kumimoji="1" lang="ja-JP" altLang="en-US" smtClean="0"/>
              <a:pPr/>
              <a:t>2026/1/11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05706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ED720-0104-4369-84BC-D37694168613}" type="datetimeFigureOut">
              <a:rPr kumimoji="1" lang="ja-JP" altLang="en-US" smtClean="0"/>
              <a:pPr/>
              <a:t>2026/1/11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1355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ED720-0104-4369-84BC-D37694168613}" type="datetimeFigureOut">
              <a:rPr kumimoji="1" lang="ja-JP" altLang="en-US" smtClean="0"/>
              <a:pPr/>
              <a:t>2026/1/11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264851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ED720-0104-4369-84BC-D37694168613}" type="datetimeFigureOut">
              <a:rPr kumimoji="1" lang="ja-JP" altLang="en-US" smtClean="0"/>
              <a:pPr/>
              <a:t>2026/1/11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527488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ED720-0104-4369-84BC-D37694168613}" type="datetimeFigureOut">
              <a:rPr kumimoji="1" lang="ja-JP" altLang="en-US" smtClean="0"/>
              <a:pPr/>
              <a:t>2026/1/11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906386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0ED720-0104-4369-84BC-D37694168613}" type="datetimeFigureOut">
              <a:rPr kumimoji="1" lang="ja-JP" altLang="en-US" smtClean="0"/>
              <a:pPr/>
              <a:t>2026/1/11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D8002D-B5B0-4BAC-B1F6-782DDCCE6D9C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51548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7" r:id="rId1"/>
    <p:sldLayoutId id="2147483878" r:id="rId2"/>
    <p:sldLayoutId id="2147483879" r:id="rId3"/>
    <p:sldLayoutId id="2147483880" r:id="rId4"/>
    <p:sldLayoutId id="2147483881" r:id="rId5"/>
    <p:sldLayoutId id="2147483882" r:id="rId6"/>
    <p:sldLayoutId id="2147483883" r:id="rId7"/>
    <p:sldLayoutId id="2147483884" r:id="rId8"/>
    <p:sldLayoutId id="2147483885" r:id="rId9"/>
    <p:sldLayoutId id="2147483886" r:id="rId10"/>
    <p:sldLayoutId id="2147483887" r:id="rId11"/>
  </p:sldLayoutIdLst>
  <p:txStyles>
    <p:titleStyle>
      <a:lvl1pPr algn="ctr" defTabSz="914400" rtl="0" eaLnBrk="1" latinLnBrk="0" hangingPunct="1"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0263B201-F0A9-7840-9424-9E452FAEEEFC}"/>
              </a:ext>
            </a:extLst>
          </p:cNvPr>
          <p:cNvSpPr txBox="1"/>
          <p:nvPr/>
        </p:nvSpPr>
        <p:spPr>
          <a:xfrm>
            <a:off x="721451" y="1799019"/>
            <a:ext cx="23877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600" dirty="0"/>
              <a:t>Simulation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E4335303-93FB-7341-BD52-D9C46A367A8C}"/>
              </a:ext>
            </a:extLst>
          </p:cNvPr>
          <p:cNvSpPr txBox="1"/>
          <p:nvPr/>
        </p:nvSpPr>
        <p:spPr>
          <a:xfrm>
            <a:off x="6372200" y="1868268"/>
            <a:ext cx="12446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1600" dirty="0"/>
              <a:t>Data Science</a:t>
            </a:r>
          </a:p>
        </p:txBody>
      </p:sp>
      <p:sp>
        <p:nvSpPr>
          <p:cNvPr id="20" name="右矢印 19">
            <a:extLst>
              <a:ext uri="{FF2B5EF4-FFF2-40B4-BE49-F238E27FC236}">
                <a16:creationId xmlns:a16="http://schemas.microsoft.com/office/drawing/2014/main" id="{9AAD4FEB-B355-C84F-85F4-128F32975B6C}"/>
              </a:ext>
            </a:extLst>
          </p:cNvPr>
          <p:cNvSpPr/>
          <p:nvPr/>
        </p:nvSpPr>
        <p:spPr>
          <a:xfrm>
            <a:off x="3711392" y="2395166"/>
            <a:ext cx="1403961" cy="3290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右矢印 20">
            <a:extLst>
              <a:ext uri="{FF2B5EF4-FFF2-40B4-BE49-F238E27FC236}">
                <a16:creationId xmlns:a16="http://schemas.microsoft.com/office/drawing/2014/main" id="{7C27CA9E-0A33-9141-BAA1-9039772822C0}"/>
              </a:ext>
            </a:extLst>
          </p:cNvPr>
          <p:cNvSpPr/>
          <p:nvPr/>
        </p:nvSpPr>
        <p:spPr>
          <a:xfrm rot="10800000">
            <a:off x="3718618" y="3658178"/>
            <a:ext cx="1403961" cy="32901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E2F13376-826D-F847-BA29-5E88528C7F0E}"/>
              </a:ext>
            </a:extLst>
          </p:cNvPr>
          <p:cNvSpPr txBox="1"/>
          <p:nvPr/>
        </p:nvSpPr>
        <p:spPr>
          <a:xfrm>
            <a:off x="3477791" y="2132022"/>
            <a:ext cx="18959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dirty="0"/>
              <a:t>Observation, Validation</a:t>
            </a:r>
          </a:p>
        </p:txBody>
      </p:sp>
      <p:sp>
        <p:nvSpPr>
          <p:cNvPr id="14" name="左カーブ矢印 13">
            <a:extLst>
              <a:ext uri="{FF2B5EF4-FFF2-40B4-BE49-F238E27FC236}">
                <a16:creationId xmlns:a16="http://schemas.microsoft.com/office/drawing/2014/main" id="{9A7A1747-C5FC-5540-A82C-C1DCDA70E178}"/>
              </a:ext>
            </a:extLst>
          </p:cNvPr>
          <p:cNvSpPr/>
          <p:nvPr/>
        </p:nvSpPr>
        <p:spPr>
          <a:xfrm>
            <a:off x="4821856" y="2837167"/>
            <a:ext cx="568115" cy="752945"/>
          </a:xfrm>
          <a:prstGeom prst="curved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5" name="左カーブ矢印 24">
            <a:extLst>
              <a:ext uri="{FF2B5EF4-FFF2-40B4-BE49-F238E27FC236}">
                <a16:creationId xmlns:a16="http://schemas.microsoft.com/office/drawing/2014/main" id="{74C97633-CCD2-1F44-8DE9-7836391586BA}"/>
              </a:ext>
            </a:extLst>
          </p:cNvPr>
          <p:cNvSpPr/>
          <p:nvPr/>
        </p:nvSpPr>
        <p:spPr>
          <a:xfrm rot="10800000">
            <a:off x="3454580" y="2804216"/>
            <a:ext cx="568115" cy="735905"/>
          </a:xfrm>
          <a:prstGeom prst="curved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7D90B493-8B78-D643-9CEC-767BC79F2B9F}"/>
              </a:ext>
            </a:extLst>
          </p:cNvPr>
          <p:cNvSpPr txBox="1"/>
          <p:nvPr/>
        </p:nvSpPr>
        <p:spPr>
          <a:xfrm>
            <a:off x="3852881" y="3032846"/>
            <a:ext cx="11778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600" dirty="0">
                <a:solidFill>
                  <a:srgbClr val="C00000"/>
                </a:solidFill>
              </a:rPr>
              <a:t>Automation</a:t>
            </a:r>
            <a:endParaRPr kumimoji="1" lang="ja-JP" altLang="en-US" sz="1600">
              <a:solidFill>
                <a:srgbClr val="C00000"/>
              </a:solidFill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B12BF8F-075C-E44C-9C81-D5868603DA8D}"/>
              </a:ext>
            </a:extLst>
          </p:cNvPr>
          <p:cNvSpPr txBox="1"/>
          <p:nvPr/>
        </p:nvSpPr>
        <p:spPr>
          <a:xfrm>
            <a:off x="3426110" y="4077072"/>
            <a:ext cx="21982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dirty="0"/>
              <a:t>Representation, Hypothesis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E3E6AF2-8DDF-3543-713F-8B1AA89F4821}"/>
              </a:ext>
            </a:extLst>
          </p:cNvPr>
          <p:cNvSpPr txBox="1"/>
          <p:nvPr/>
        </p:nvSpPr>
        <p:spPr>
          <a:xfrm>
            <a:off x="3605599" y="1794302"/>
            <a:ext cx="16299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600" dirty="0">
                <a:solidFill>
                  <a:srgbClr val="C00000"/>
                </a:solidFill>
              </a:rPr>
              <a:t>Forward Problem</a:t>
            </a:r>
            <a:endParaRPr kumimoji="1" lang="ja-JP" altLang="en-US" sz="1600">
              <a:solidFill>
                <a:srgbClr val="C00000"/>
              </a:solidFill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F7A9ACF-3B22-A759-19D4-5604CD7A8379}"/>
              </a:ext>
            </a:extLst>
          </p:cNvPr>
          <p:cNvSpPr txBox="1"/>
          <p:nvPr/>
        </p:nvSpPr>
        <p:spPr>
          <a:xfrm>
            <a:off x="3758386" y="4314582"/>
            <a:ext cx="15349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600" dirty="0">
                <a:solidFill>
                  <a:srgbClr val="C00000"/>
                </a:solidFill>
              </a:rPr>
              <a:t>Inverse Problem</a:t>
            </a:r>
            <a:endParaRPr kumimoji="1" lang="ja-JP" altLang="en-US" sz="1600">
              <a:solidFill>
                <a:srgbClr val="C00000"/>
              </a:solidFill>
            </a:endParaRP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1F4C5554-F3FF-F22B-9F8E-9FDC41EF0B5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86"/>
          <a:stretch/>
        </p:blipFill>
        <p:spPr>
          <a:xfrm>
            <a:off x="1035048" y="2206822"/>
            <a:ext cx="2111034" cy="2411226"/>
          </a:xfrm>
          <a:prstGeom prst="rect">
            <a:avLst/>
          </a:prstGeom>
        </p:spPr>
      </p:pic>
      <p:pic>
        <p:nvPicPr>
          <p:cNvPr id="8" name="markov_state_model2_2">
            <a:hlinkClick r:id="" action="ppaction://media"/>
            <a:extLst>
              <a:ext uri="{FF2B5EF4-FFF2-40B4-BE49-F238E27FC236}">
                <a16:creationId xmlns:a16="http://schemas.microsoft.com/office/drawing/2014/main" id="{16778188-5BB1-E0B1-3628-0E45486C240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620160" y="2357064"/>
            <a:ext cx="3012834" cy="2028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1350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​​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845</TotalTime>
  <Words>14</Words>
  <Application>Microsoft Macintosh PowerPoint</Application>
  <PresentationFormat>画面に合わせる (4:3)</PresentationFormat>
  <Paragraphs>7</Paragraphs>
  <Slides>1</Slides>
  <Notes>0</Notes>
  <HiddenSlides>0</HiddenSlides>
  <MMClips>1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​​テーマ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cp:lastModifiedBy>MATSUNAGA Yasuhiro</cp:lastModifiedBy>
  <cp:revision>129</cp:revision>
  <cp:lastPrinted>2019-05-16T01:17:27Z</cp:lastPrinted>
  <dcterms:modified xsi:type="dcterms:W3CDTF">2026-01-11T05:01:35Z</dcterms:modified>
</cp:coreProperties>
</file>